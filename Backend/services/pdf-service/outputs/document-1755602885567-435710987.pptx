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Excel to PDF Export - Sheet: Sheet1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U72300UP2015PTC070364 %Ï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GSTIN 09AADCE9392B1ZI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PAN AADCE9392B%Ï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%Ï C 32 %Ï Kaushambi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Ghaziabad %Ï National Capital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Region Of Delhi %Ï India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201010 %Ï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Document Detail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Document Name: ITIO’s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Of Conduct Policy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2021_v2.01(Internal)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&amp; Advise By: 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Jyoti &amp; Me. Ankita Tiwari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On: 01st January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2022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Version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2.01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Revision 1: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Revision 2: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Effective 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Approved By: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Mr. Arun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U72300UP2015PTC070364 %Ï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GSTIN 09AADCE9392B1ZI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PAN AADCE9392B%Ï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%Ï C 32 %Ï Kaushambi %Ï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Ghaziabad %Ï National Capital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Region Of Delhi %Ï India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201010 %Ï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Purpose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This Code of Conduct serves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as a guiding framework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maintaining professionalism,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ethical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integrity,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workplace discipline. Every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employee is encouraged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uphold these principles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foster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respectful, safe,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and productive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environment.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1. Workplace Behaviour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Ethics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Respect &amp; Professionalism: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Employees are expected to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treat colleagues, clients,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stakeholders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courtesy, dignity,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professionalism. Any form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discrimination, harassment,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inappropriate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behavior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is strictly prohibited.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Integrity &amp; Honesty: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Employees must demonstrate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honesty and integrity in 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professional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dealings,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avoiding any form of unethical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or fraudulent conduct.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Confidentiality &amp;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Protection: Employees 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responsible for safeguarding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sensitive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company and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client information. This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includes, but is not limited to,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business operations, client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data, personal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information, salary details,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any specific assignments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directives from management.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Unauthorized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disclosure or misuse of such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information is strictly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prohibited and may result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disciplinary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Compliance with Policies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Laws: Employees are required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 adhere to all company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policies,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industry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regulations, and applicable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legal requirements in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course of their duties.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2. Workplace Conduct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Responsibilities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Attendance &amp; Punctuality: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Employees are encouraged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maintain regular attendance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and adhere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designated working hours to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ensure a smooth workflow.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Persistent absenteeism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tardiness may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necessitate corrective action.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Dress Code: Employees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should dress in a manner that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aligns with professional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standards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guidelines.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Responsible Use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Company Resources: Office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assets, including computers,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software, email,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and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internet, should be utilized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responsibly for work-related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purposes. Personal use should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be minimal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within company policy.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Workplace Safety: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Employees are expected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follow safety guidelines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report any potential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hazards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maintain a secure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compliant work environment.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3. Prohibited Activities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U72300UP2015PTC070364 %Ï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GSTIN 09AADCE9392B1ZI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PAN AADCE9392B%Ï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%Ï C 32 %Ï Kaushambi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Ghaziabad %Ï National Capital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Region Of Delhi %Ï India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201010 %Ï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Harassment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Discrimination: Any form of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harassment, bullying,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discrimination based 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gender, race,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religion, or any personal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characteristic is strictly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prohibited.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Substance Abuse: The use,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possession, or distribution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alcohol, drugs, or illegal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substances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during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hours or within office premises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is not permitted.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Conflict of Interest: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Employees should avoid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situations that may result in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conflict of interest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with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company’s objectives. 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potential conflicts should be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disclosed to management.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Unauthorized Disclosure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Information: Sharing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confidential company or client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information,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including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personal employee data,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salary details, or assigned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management tasks, without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prior approval is a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serious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violation and may result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disciplinary or legal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consequences.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4. Disciplinary Measures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Failure to adhere to this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Code of Conduct may result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appropriate action, which may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include: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 verbal or written warning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Suspension or termination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Legal action, if deemed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necessary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All employees are requested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 acknowledge and uphold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this policy in their daily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professional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conduct. By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demonstrating ethical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responsibility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professionalism, we contribute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 a positive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respectful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workplace for all. For 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clarifications, employees 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encouraged to reach out to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department.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Code of conduct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 will deter from (for the males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and females as the case may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Breaking rules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regulations, policies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procedures of the company.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Taking leave without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permission and sanction.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Reporting to duty in 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intoxicated state.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Being engaged in dual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Throwing tantrums in case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extra work assigned, back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answering, portrayal of 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rebellious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attitude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 language.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Forming groups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canvassing with people to sort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out issues that might not be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culture of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organization.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Indulge in gossip which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detrimental to the organization.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Physically or verbally abuse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 colleagues or coworkers 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will never cross the line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behavior 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code of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conduct is it in case of same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sex or the opposite.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2025-08-19T11:28:05Z</dcterms:created>
  <dcterms:modified xsi:type="dcterms:W3CDTF">2025-08-19T11:28:05Z</dcterms:modified>
</cp:coreProperties>
</file>