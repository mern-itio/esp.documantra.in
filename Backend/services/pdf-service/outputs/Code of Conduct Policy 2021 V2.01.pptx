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Detail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Name: ITIO’s  Code Of Conduct Policy 2021_v2.01(Internal)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&amp; Advise By: Ms. Jyoti &amp; Me. Ankita Tiwari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On: 01st January 2022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Version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2.01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1: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2: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Effective 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Approved By: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Mr. Arun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Purpose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This Code of Conduct serves as a guiding framework for maintaining professionalism, ethical integrity,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workplace discipline. Every employee is encouraged to uphold these principles to foster a respectful, safe,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and productive work environment.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1. Workplace Behaviour &amp; Ethics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Respect  &amp;  Professionalism:  Employees  are  expected  to  treat  colleagues,  clients,  and  stakeholders 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courtesy, dignity, and professionalism. Any form of discrimination, harassment, or inappropriate behavior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is strictly prohibited.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Integrity  &amp;  Honesty:  Employees  must  demonstrate  honesty  and  integrity  in  all  professional  dealings,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avoiding any form of unethical or fraudulent conduct.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Confidentiality  &amp;  Data  Protection:  Employees  are  responsible  for  safeguarding  sensitive  company 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client information. This includes, but is not limited to, business operations, client data, personal employee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information,  salary  details,  and  any  specific assignments  or  directives  from  management.  Unauthorized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disclosure or misuse of such information is strictly prohibited and may result in disciplinary action.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Compliance  with  Policies  &amp;  Laws:  Employees  are  required  to  adhere  to  all  company  policies,  industry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regulations, and applicable legal requirements in the course of their duties.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2. Workplace Conduct &amp; Responsibilities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Attendance  &amp;  Punctuality:  Employees  are  encouraged  to  maintain  regular  attendance  and  adhere 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designated  working  hours  to  ensure  a  smooth  workflow.  Persistent  absenteeism  or  tardiness  may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necessitate corrective action.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Dress  Code:  Employees  should  dress  in  a  manner  that  aligns  with  professional  standards  and  company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guidelines.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Responsible  Use  of  Company  Resources:  Office  assets,  including  computers,  software,  email,  and 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internet,  should  be  utilized  responsibly  for  work-related  purposes.  Personal  use  should  be  minimal  and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within company policy.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Workplace Safety: Employees are expected to follow safety guidelines and report any potential hazards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maintain a secure and compliant work environment.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3. Prohibited Activities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Harassment &amp; Discrimination: Any form of harassment, bullying, or discrimination based on gender, race,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religion, or any personal characteristic is strictly prohibited.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Substance Abuse: The use, possession, or distribution of alcohol, drugs, or illegal substances during work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hours or within office premises is not permitted.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Conflict  of  Interest:  Employees  should  avoid  situations  that  may  result  in  a  conflict  of  interest  with 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company’s objectives. Any potential conflicts should be disclosed to management.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Unauthorized  Disclosure  of  Information:  Sharing  confidential  company  or  client  information,  including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personal employee data, salary details, or assigned management tasks, without prior approval is a serious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violation and may result in disciplinary or legal consequences.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4. Disciplinary Measures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Failure to adhere to this Code of Conduct may result in appropriate action, which may include: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 verbal or written warning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Suspension or termination of employment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Legal action, if deemed necessary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All employees are requested to acknowledge and uphold this policy in their daily professional conduct. By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demonstrating  ethical  responsibility  and  professionalism,  we  contribute  to  a  positive  and  respectful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workplace for all. For any clarifications, employees are encouraged to reach out to the HR department.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Code of conduct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 will deter from (for the males and females as the case may be):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Breaking rules and regulations, policies and procedures of the company.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Taking leave without permission and sanction.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Reporting to duty in an intoxicated state.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Being engaged in dual employment.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Throwing tantrums in case of extra work assigned, back answering, portrayal of any rebellious attitude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body language.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Forming  groups  or  canvassing  with  people  to  sort  out  issues  that  might  not  be  the  culture  of 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organization.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Indulge in gossip which is detrimental to the organization.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Physically  or  verbally  abuse  to  colleagues  or  coworkers - will  never  cross  the  line  of  behavior – code 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conduct is it in case of same sex or the opposite.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2025-09-15T05:10:49Z</dcterms:created>
  <dcterms:modified xsi:type="dcterms:W3CDTF">2025-09-15T05:10:49Z</dcterms:modified>
</cp:coreProperties>
</file>