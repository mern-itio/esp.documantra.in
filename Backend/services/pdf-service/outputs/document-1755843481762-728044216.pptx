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Detail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Document Name: ITIO Working Hours Abbreviation Policy 2023_V2.2 (Internal)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&amp; Advise By: Ms. Ankita Tiwari &amp; Ms. Jyoti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Prepared On: 01st January 2022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Version:  2.2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1: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Revision 2: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April 2025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Approved By: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Mr. Arun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Innovex Pvt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CIN U72300UP2015PTC070364 ● GSTIN 09AADCE9392B1ZI ● PAN AADCE9392B●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ITIO Tower ● C 32 ● Kaushambi ● Ghaziabad ● National Capital Region Of Delhi ● India ● 201010 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Effective Date: 15 April 2025 (Shift Timing)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IST Timing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Reporting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9:15 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Shift Timing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Sharp 9:30 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Desk Break*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11:30-11:36 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Desk(6min)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Lunch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1:45 PM – 2:15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Tea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4:30 PM – 4:40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Smoking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As per the Smoke policy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*During the snack time you can have beverages on your desk within 5-6 mins, this break does not include eating food.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*Special permission can be requested if required.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ABBREVIATIONAL HIGHLIGHTS: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Maximum thrice in a month with 15 minutes grace on schedule shift timing will be tolerated.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If any of the employee will present for consecutive 3 months without any leaves and without being late will be rewarded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by additional one day reimbursement in fourth month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The company recognizes that employee may have to work on a holiday or a weekly off due to business exigencies.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company may or may not compensate an employee.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Minimum working duration in a day should be 05 hours.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First Half Day can be avail from 09:15 AM to 02:15 PM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Second Half Day can be avail from 01:45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If the approval was secure for half day but avail the full day leave will count unapproved.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Employees have to punch every time while they are coming inside the office or going outside the office whether for 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call or buying something official (Does not apply during pandemic situation).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Desk break can be taken itself at your work stations.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Lunch Break --- 01:45 PM to 02:15 PM (You need to be on your respective work stations anyhow at 02:13 not after that)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If you want to share any edible item you can distribute during lunch hour (01:45 – 02:15) or tea break (04:30 – 04:40 PM).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Beverages mean tea or coffee.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It is advisable to bring your own water bottles and fill it on your break timings only.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To foster a productive and efficient work environment, employees are encouraged to complete their full 09-hour shift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629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while minimizing extended breaks and non-work-related activities. Maintaining focus during working hours helps ensure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smooth operations and enhances overall team performance.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We appreciate your commitment and cooperation in creating a positive and efficient workplace.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2025-08-22T06:18:02Z</dcterms:created>
  <dcterms:modified xsi:type="dcterms:W3CDTF">2025-08-22T06:18:02Z</dcterms:modified>
</cp:coreProperties>
</file>