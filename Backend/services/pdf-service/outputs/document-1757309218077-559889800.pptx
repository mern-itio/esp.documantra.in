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Detail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Name: ITIO Week Off Policy 2023_V1.01(Internal)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&amp; Advise By: Ms. Jyoti &amp; Ms. Ankita Tiwari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On: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Version:  1.01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2: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Effective 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Approved By: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Mr. Arun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Effective Date: 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WEEK Offs:   Every Sunday will be fixed off.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a) There will be fixed off on every second and fourth Saturday of the month.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b) The fifth Saturday of the month (if there will be in any month) will be fully functional for 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employees (Permanent, under probation and under notice period) and wedges will be same as other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working week days.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c)  First and Third Saturday will be operational for under probation and for those who are serving notice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period.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d) However, every permanent employee who decides to work on operational Saturday will 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benefitted with extra one paid day.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e)  Permanent employee who decides to work on operational Saturdays (Applicable only for 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and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Saturday) will get equal paid leave in return and this paid leave will be added as banked leave in their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leave account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f) Permanent employee who decides to work on operational Saturday will have to inform about their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working to the HR/Admin through mail/WhatsApp msg.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Note: Employee under probation period and serving notice period could not avail the benefits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operational Saturdays.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SILENT FEATURES: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5.1.     Weekend &amp; Monday Leave – Sandwich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the employee is taking leave on Friday before second and fourth Saturdays and also will taking Monday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leave  on  continuous basis;  than  4  days  leave will  be  counted  instead  of  2;  whether  it  would  be second 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fourth Saturday’s week off or operational Saturdays.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(If   there is Diwali leave on Thursday and Friday but any of reason there is absent on Wednesday and Monday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will not get paid for six days).  Unless they are present either on Wednesday or on Monday.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Management has reserved the wright to cancel or swap the mentioned leave /Holidays/weekoff in case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exergencies.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2025-09-08T05:26:59Z</dcterms:created>
  <dcterms:modified xsi:type="dcterms:W3CDTF">2025-09-08T05:26:59Z</dcterms:modified>
</cp:coreProperties>
</file>